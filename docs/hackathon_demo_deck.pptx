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754880" cy="6803136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657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E6E4"/>
                </a:solidFill>
                <a:latin typeface="Calibri"/>
              </a:rPr>
              <a:t>3 Live AI Agents
Post-Signature Revenue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2"/>
                </a:solidFill>
                <a:latin typeface="Calibri"/>
              </a:rPr>
              <a:t>Hackathon Demo ·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65176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224"/>
                </a:solidFill>
                <a:latin typeface="Calibri"/>
              </a:rPr>
              <a:t>AI-powered platform that detects revenue
leakage, contract drift, and amendment impact
across your post-signature commercial lifecycle.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2F1D"/>
                </a:solidFill>
                <a:latin typeface="Calibri"/>
              </a:rPr>
              <a:t>$54,720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missed revenue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2F1D"/>
                </a:solidFill>
                <a:latin typeface="Calibri"/>
              </a:rPr>
              <a:t>$570,360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contract drift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7AE60"/>
                </a:solidFill>
                <a:latin typeface="Calibri"/>
              </a:rPr>
              <a:t>+$194,400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net amendment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The contract is signed.
Revenue execution drifts.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2"/>
                </a:solidFill>
                <a:latin typeface="Calibri"/>
              </a:rPr>
              <a:t>Pricing rights, uplift clauses, and renewal obligations are agreed in contracts
— but rarely operationalized downstream.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Contract says 5% annual uplift — billing stays flat year after year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Sales quotes one price — contract gets signed at a different rate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Amendment changes terms — no one updates billing or provisioning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Renewal notice window passes — the revenue uplift right expires silently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500">
                <a:solidFill>
                  <a:srgbClr val="1A2224"/>
                </a:solidFill>
                <a:latin typeface="Calibri"/>
              </a:rPr>
              <a:t>No single system connects contract truth to operational reality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097280"/>
            <a:ext cx="3200400" cy="484632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34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605A"/>
                </a:solidFill>
                <a:latin typeface="Calibri"/>
              </a:rPr>
              <a:t>Industry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7373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2F1D"/>
                </a:solidFill>
                <a:latin typeface="Calibri"/>
              </a:rPr>
              <a:t>9.7%
of billings contain
pricing errors*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0175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B2F1D"/>
                </a:solidFill>
                <a:latin typeface="Calibri"/>
              </a:rPr>
              <a:t>42%
of companies have
no audit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Average detection delay:
14 months after signing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A6A72"/>
                </a:solidFill>
                <a:latin typeface="Calibri"/>
              </a:rPr>
              <a:t>*MGI Research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One shared evidence layer.
Three agents on 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31720"/>
            <a:ext cx="10332720" cy="7772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9572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Shared Evidence Layer  ·  Document Ingestion  ·  AI Clause Extraction  ·  Governing-Term Resolution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3200400" cy="219456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224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$54,720 found
3 cases, 1 at-risk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291840"/>
            <a:ext cx="3200400" cy="219456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383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224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$570,360 impact
11 findings, 6 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291840"/>
            <a:ext cx="3200400" cy="2194560"/>
          </a:xfrm>
          <a:prstGeom prst="rect">
            <a:avLst/>
          </a:prstGeom>
          <a:solidFill>
            <a:srgbClr val="E2F0EF"/>
          </a:solidFill>
          <a:ln w="1905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383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224"/>
                </a:solidFill>
                <a:latin typeface="Calibri"/>
              </a:rPr>
              <a:t>Amendment Impact
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7AE60"/>
                </a:solidFill>
                <a:latin typeface="Calibri"/>
              </a:rPr>
              <a:t>●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+$194,400 net
14 action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A6A72"/>
                </a:solidFill>
                <a:latin typeface="Calibri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2"/>
                </a:solidFill>
                <a:latin typeface="Calibri"/>
              </a:rPr>
              <a:t>Contracts (PDF/DOCX)  ·  Amendments  ·  Invoices/ERP  ·  Quotes  ·  Renewal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1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Revenue Leakage
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Finds missed revenue the business was already entitled to charge.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WHAT IT DETECTS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Missed uplift — invoice vs. contract obligation comparison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At-risk accounts — notice deadline approaching without action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Amendment precedence — resolves which doc legally controls the rate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Dollar quantification — exact per-account missed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29184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DEMO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3 leakage cases
$54,720 total missed
1 at-risk prediction
$6,000 at 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2F1D"/>
                </a:solidFill>
                <a:latin typeface="Calibri"/>
              </a:rPr>
              <a:t>Key insight: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846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2F1D"/>
                </a:solidFill>
                <a:latin typeface="Calibri"/>
              </a:rPr>
              <a:t>Redwood BioLabs has
12 days to send a 5%
uplift notice or lose
$6K in recurring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2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Compares what was quoted vs. what was signed — catches negotiation drift.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AI extracts contract facts from uploaded documents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Line-by-line comparison: price, quantity, term, SLA per quote line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Scope drift detection: items quoted but missing from contract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Impact scoring with severity 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29184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DEMO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3 quotes analyzed
11 drift findings
6 high severity
$570,360 total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6A72"/>
                </a:solidFill>
                <a:latin typeface="Calibri"/>
              </a:rPr>
              <a:t>Accounts: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8463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24"/>
                </a:solidFill>
                <a:latin typeface="Calibri"/>
              </a:rPr>
              <a:t>TechVault: $155K
Meridian: $249K
Atlas: $165K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3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6605A"/>
                </a:solidFill>
                <a:latin typeface="Calibri"/>
              </a:rPr>
              <a:t>Amendment Impact
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2"/>
                </a:solidFill>
                <a:latin typeface="Calibri"/>
              </a:rPr>
              <a:t>Identifies downstream operational changes triggered by contract amendments.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WHAT IT PRODUCES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Impact analysis: what changed, before vs. after, severity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Revenue delta: quantifies annual revenue gain/loss per change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Action items: billing updates, workflow changes, provisioning needed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Team routing: auto-assigns to RevOps, Engineering, Legal, 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3657600" cy="3474720"/>
          </a:xfrm>
          <a:prstGeom prst="rect">
            <a:avLst/>
          </a:prstGeom>
          <a:solidFill>
            <a:srgbClr val="E2F0EF"/>
          </a:solidFill>
          <a:ln w="1524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743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DEMO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089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3 amendments analyzed
11 impacts detected
14 open action items
+$194,400 net 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663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224"/>
                </a:solidFill>
                <a:latin typeface="Calibri"/>
              </a:rPr>
              <a:t>GlobalTech: +$86K ▲
Cascade:    –$72K ▼
Vertex:     +$180K 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5669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2"/>
                </a:solidFill>
                <a:latin typeface="Calibri"/>
              </a:rPr>
              <a:t>2 positive, 1 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4"/>
                </a:solidFill>
                <a:latin typeface="Calibri"/>
              </a:rPr>
              <a:t>AI reads. Logic calculates.
Neither alone is enough.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5303520" cy="3200400"/>
          </a:xfrm>
          <a:prstGeom prst="rect">
            <a:avLst/>
          </a:prstGeom>
          <a:solidFill>
            <a:srgbClr val="E2F0EF"/>
          </a:solidFill>
          <a:ln w="1270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605A"/>
                </a:solidFill>
                <a:latin typeface="Calibri"/>
              </a:rPr>
              <a:t>What AI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Extracts clauses from unstructured contract language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Resolves which document controls a given term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Generates investigation briefs and explanations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Handles varied formats, messy language, version drift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331720"/>
            <a:ext cx="530352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5A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A72"/>
                </a:solidFill>
                <a:latin typeface="Calibri"/>
              </a:rPr>
              <a:t>What deterministic logic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260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Calculates exact dollar impact — no hallucination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Evaluates notice windows and deadline math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Line-by-line comparison with severity scoring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5A6A72"/>
                </a:solidFill>
                <a:latin typeface="Calibri"/>
              </a:rPr>
              <a:t>● </a:t>
            </a:r>
            <a:r>
              <a:rPr sz="1400">
                <a:solidFill>
                  <a:srgbClr val="1A2224"/>
                </a:solidFill>
                <a:latin typeface="Calibri"/>
              </a:rPr>
              <a:t>Reproducible, auditable results 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6A72"/>
                </a:solidFill>
                <a:latin typeface="Calibri"/>
              </a:rPr>
              <a:t>The result: explainable findings backed by source evidence — safe to show a judge, a VP, or a customer.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2743200" cy="292608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224"/>
                </a:solidFill>
                <a:latin typeface="Calibri"/>
              </a:rPr>
              <a:t>Built for speed. Ready to extend.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5486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019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React + Vite → nginx (port 8081)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2560320" cy="5486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560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Python FastAPI (port 8001)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45536"/>
            <a:ext cx="2560320" cy="5486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186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1868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GitHub Models / Azure OpenAI (GPT-4o)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03904"/>
            <a:ext cx="2560320" cy="5486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7705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8770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PostgreSQL 16 (port 5433)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62272"/>
            <a:ext cx="2560320" cy="5486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354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Object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53542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MinIO — contract document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2560320" cy="548640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937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193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4"/>
                </a:solidFill>
                <a:latin typeface="Calibri"/>
              </a:rPr>
              <a:t>Docker Compose — single 'make up' command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3657600" cy="3931920"/>
          </a:xfrm>
          <a:prstGeom prst="rect">
            <a:avLst/>
          </a:prstGeom>
          <a:solidFill>
            <a:srgbClr val="E2F0EF"/>
          </a:solidFill>
          <a:ln w="1270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605A"/>
                </a:solidFill>
                <a:latin typeface="Calibri"/>
              </a:rPr>
              <a:t>BY THE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3 live agents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8 API endpoint groups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6 database tables (new)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AI + deterministic fallback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Full CRUD + analysis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&lt; 2s response time</a:t>
            </a:r>
          </a:p>
          <a:p>
            <a:pPr>
              <a:spcBef>
                <a:spcPts val="600"/>
              </a:spcBef>
            </a:pPr>
            <a:r>
              <a:rPr sz="800" b="1">
                <a:solidFill>
                  <a:srgbClr val="16605A"/>
                </a:solidFill>
                <a:latin typeface="Calibri"/>
              </a:rPr>
              <a:t>● </a:t>
            </a:r>
            <a:r>
              <a:rPr sz="1200">
                <a:solidFill>
                  <a:srgbClr val="1A2224"/>
                </a:solidFill>
                <a:latin typeface="Calibri"/>
              </a:rPr>
              <a:t>One-command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60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F0EF"/>
                </a:solidFill>
                <a:latin typeface="Calibri"/>
              </a:rPr>
              <a:t>Turns contract truth into operational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931920"/>
            <a:ext cx="2743200" cy="146304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$54,720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6E4"/>
                </a:solidFill>
                <a:latin typeface="Calibri"/>
              </a:rPr>
              <a:t>missed revenue
detected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931920"/>
            <a:ext cx="2743200" cy="146304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$570,360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6E4"/>
                </a:solidFill>
                <a:latin typeface="Calibri"/>
              </a:rPr>
              <a:t>contract drift
identified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931920"/>
            <a:ext cx="2743200" cy="1463040"/>
          </a:xfrm>
          <a:prstGeom prst="rect">
            <a:avLst/>
          </a:prstGeom>
          <a:solidFill>
            <a:srgbClr val="1E7A72"/>
          </a:solidFill>
          <a:ln w="12700">
            <a:solidFill>
              <a:srgbClr val="E2F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4023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+$194,400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E6E4"/>
                </a:solidFill>
                <a:latin typeface="Calibri"/>
              </a:rPr>
              <a:t>amendment impact
quantified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D0CC"/>
                </a:solidFill>
                <a:latin typeface="Calibri"/>
              </a:rPr>
              <a:t>3 live agents  ·  Shared evidence layer  ·  AI + deterministic hybrid  ·  Ready for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A6A72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